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A82563-868F-B511-3716-3A9C8D1BB81E}" v="699" dt="2026-02-23T04:11:23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CST-391 Milestone 3 Benchmark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Rodrigo </a:t>
            </a:r>
            <a:r>
              <a:rPr lang="en-US" dirty="0" err="1"/>
              <a:t>Cornidez</a:t>
            </a:r>
          </a:p>
          <a:p>
            <a:r>
              <a:rPr lang="en-US"/>
              <a:t>February 22,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6145F-1337-62A7-2ADD-0E6669EFF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Features Built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5766E-BDC6-9BED-8D9A-BB6D92ECF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Users Authentication</a:t>
            </a:r>
          </a:p>
          <a:p>
            <a:r>
              <a:rPr lang="en-US" dirty="0" err="1"/>
              <a:t>Github</a:t>
            </a:r>
            <a:r>
              <a:rPr lang="en-US" dirty="0"/>
              <a:t> and Digital Ocean API key storage</a:t>
            </a:r>
          </a:p>
          <a:p>
            <a:r>
              <a:rPr lang="en-US"/>
              <a:t>User Payment Information Storage</a:t>
            </a:r>
          </a:p>
          <a:p>
            <a:r>
              <a:rPr lang="en-US"/>
              <a:t>Provisioned Server Tracking</a:t>
            </a:r>
          </a:p>
          <a:p>
            <a:r>
              <a:rPr lang="en-US"/>
              <a:t>Subscriptions</a:t>
            </a:r>
          </a:p>
          <a:p>
            <a:r>
              <a:rPr lang="en-US"/>
              <a:t>User Subscription Tracking</a:t>
            </a:r>
          </a:p>
          <a:p>
            <a:r>
              <a:rPr lang="en-US"/>
              <a:t>Bill Viewing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0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37A7-45D2-6223-6E49-542126AF0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Encountered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0AA41-D844-2318-3087-48868289A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Mocking external services: Stripe payment provider and Digital Ocean </a:t>
            </a:r>
            <a:r>
              <a:rPr lang="en-US"/>
              <a:t>provisioning.</a:t>
            </a:r>
          </a:p>
          <a:p>
            <a:r>
              <a:rPr lang="en-US"/>
              <a:t>Refining the provision handling within our Provision feature.</a:t>
            </a:r>
            <a:endParaRPr lang="en-US" dirty="0"/>
          </a:p>
          <a:p>
            <a:r>
              <a:rPr lang="en-US"/>
              <a:t>Refining the Billing process: This has been separated into active actions (customer dependent – Read only) and passive actions (scheduled &amp; automated for creating monthly/annual bills and updating the user's bill's status)</a:t>
            </a:r>
          </a:p>
        </p:txBody>
      </p:sp>
    </p:spTree>
    <p:extLst>
      <p:ext uri="{BB962C8B-B14F-4D97-AF65-F5344CB8AC3E}">
        <p14:creationId xmlns:p14="http://schemas.microsoft.com/office/powerpoint/2010/main" val="4181119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BCD73-8D03-C70A-71C5-31E81C665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TODO/Pending Bugs  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4CB64-65DD-E3AD-E7AB-EC27B7BBD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u="sng" dirty="0"/>
              <a:t>Core Feature</a:t>
            </a:r>
            <a:r>
              <a:rPr lang="en-US" dirty="0"/>
              <a:t>: Refine the provisioning logic to not rely on the </a:t>
            </a:r>
            <a:r>
              <a:rPr lang="en-US"/>
              <a:t>mock Digital Ocean service but to integrate with the proper SDK or public API.</a:t>
            </a:r>
            <a:endParaRPr lang="en-US" dirty="0"/>
          </a:p>
          <a:p>
            <a:r>
              <a:rPr lang="en-US"/>
              <a:t>Refine the passive bill process handling to schedule the bill creation and payment handling on a monthly/annual schedule.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2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884F3-F4B1-6DDB-AEA2-EB085064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C1DE1-F56D-B52C-FC29-BA3E0C331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Approaching this with an MVC or Layered paradigm is benefi</a:t>
            </a:r>
            <a:r>
              <a:rPr lang="en-US"/>
              <a:t>cial. It streamlines the process of matching schemas and queries to the business logic of an API.</a:t>
            </a:r>
          </a:p>
          <a:p>
            <a:r>
              <a:rPr lang="en-US" dirty="0"/>
              <a:t>Proper planning of entity </a:t>
            </a:r>
            <a:r>
              <a:rPr lang="en-US"/>
              <a:t>relationships and class field and actions streamlines the development process.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84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CST-391 Milestone 3 Benchmark</vt:lpstr>
      <vt:lpstr>Features Built</vt:lpstr>
      <vt:lpstr>Challenges Encountered</vt:lpstr>
      <vt:lpstr>TODO/Pending Bugs  </vt:lpstr>
      <vt:lpstr>Lessons Learned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123</cp:revision>
  <dcterms:created xsi:type="dcterms:W3CDTF">2026-02-23T03:47:29Z</dcterms:created>
  <dcterms:modified xsi:type="dcterms:W3CDTF">2026-02-23T04:12:09Z</dcterms:modified>
</cp:coreProperties>
</file>
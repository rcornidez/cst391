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091EDB-A839-7F4F-A3FC-BA2A7D28BE7B}" v="318" dt="2026-03-30T01:22:58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CST-391 Milestone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Rodrigo </a:t>
            </a:r>
            <a:r>
              <a:rPr lang="en-US" dirty="0" err="1"/>
              <a:t>Cornidez</a:t>
            </a:r>
            <a:endParaRPr lang="en-US"/>
          </a:p>
          <a:p>
            <a:r>
              <a:rPr lang="en-US"/>
              <a:t>March 29,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6145F-1337-62A7-2ADD-0E6669EF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766E-BDC6-9BED-8D9A-BB6D92ECF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React Web Application</a:t>
            </a:r>
          </a:p>
          <a:p>
            <a:r>
              <a:rPr lang="en-US"/>
              <a:t>Webpages/Routes: Landing, Login/Sign up, Dashboard (with child/fragment routes (getting started, how-to-guides, features, keys, account, billing)</a:t>
            </a:r>
          </a:p>
          <a:p>
            <a:r>
              <a:rPr lang="en-US" dirty="0"/>
              <a:t>API clients by domain:  </a:t>
            </a:r>
            <a:r>
              <a:rPr lang="en-US" dirty="0" err="1"/>
              <a:t>ApiKeys</a:t>
            </a:r>
            <a:r>
              <a:rPr lang="en-US" dirty="0"/>
              <a:t>, Auth, </a:t>
            </a:r>
            <a:r>
              <a:rPr lang="en-US" dirty="0" err="1"/>
              <a:t>BillingInfo</a:t>
            </a:r>
            <a:r>
              <a:rPr lang="en-US" dirty="0"/>
              <a:t>, </a:t>
            </a:r>
            <a:r>
              <a:rPr lang="en-US" dirty="0" err="1"/>
              <a:t>UserSubscriptions</a:t>
            </a:r>
            <a:r>
              <a:rPr lang="en-US" dirty="0"/>
              <a:t>.</a:t>
            </a:r>
          </a:p>
          <a:p>
            <a:r>
              <a:rPr lang="en-US" dirty="0"/>
              <a:t>Components: Confirmation Modal, Notification </a:t>
            </a:r>
            <a:r>
              <a:rPr lang="en-US" dirty="0" err="1"/>
              <a:t>Snackbar</a:t>
            </a:r>
          </a:p>
        </p:txBody>
      </p:sp>
    </p:spTree>
    <p:extLst>
      <p:ext uri="{BB962C8B-B14F-4D97-AF65-F5344CB8AC3E}">
        <p14:creationId xmlns:p14="http://schemas.microsoft.com/office/powerpoint/2010/main" val="130790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37A7-45D2-6223-6E49-542126AF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AA41-D844-2318-3087-48868289A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Becoming familiar with </a:t>
            </a:r>
            <a:r>
              <a:rPr lang="en-US" dirty="0" err="1"/>
              <a:t>React's</a:t>
            </a:r>
            <a:r>
              <a:rPr lang="en-US" dirty="0"/>
              <a:t> hooks: 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>
                <a:ea typeface="+mn-lt"/>
                <a:cs typeface="+mn-lt"/>
              </a:rPr>
              <a:t>useRef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/>
              <a:t>useEffect</a:t>
            </a:r>
            <a:r>
              <a:rPr lang="en-US" dirty="0"/>
              <a:t>, and </a:t>
            </a:r>
            <a:r>
              <a:rPr lang="en-US" dirty="0" err="1"/>
              <a:t>useContext</a:t>
            </a:r>
            <a:r>
              <a:rPr lang="en-US" dirty="0"/>
              <a:t>.</a:t>
            </a:r>
            <a:endParaRPr lang="en-US" dirty="0" err="1"/>
          </a:p>
          <a:p>
            <a:r>
              <a:rPr lang="en-US" dirty="0"/>
              <a:t>CSS overriding previous class names. Solved by removing conflicts.</a:t>
            </a:r>
          </a:p>
        </p:txBody>
      </p:sp>
    </p:spTree>
    <p:extLst>
      <p:ext uri="{BB962C8B-B14F-4D97-AF65-F5344CB8AC3E}">
        <p14:creationId xmlns:p14="http://schemas.microsoft.com/office/powerpoint/2010/main" val="4181119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CD73-8D03-C70A-71C5-31E81C66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TODO/Pending Bugs  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CB64-65DD-E3AD-E7AB-EC27B7BBD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Refine the how-to-guides and feature-voting fragment sections and necessary logic to be functional and useful. It currently just has placeholders. This will require an added table, API logic, and client service and component logic.</a:t>
            </a:r>
          </a:p>
        </p:txBody>
      </p:sp>
    </p:spTree>
    <p:extLst>
      <p:ext uri="{BB962C8B-B14F-4D97-AF65-F5344CB8AC3E}">
        <p14:creationId xmlns:p14="http://schemas.microsoft.com/office/powerpoint/2010/main" val="39292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84F3-F4B1-6DDB-AEA2-EB085064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1DE1-F56D-B52C-FC29-BA3E0C33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Component-based  CSS is easier to navigate instead of a single global CSS  file. React has unique conflicts with this though but we do have the option of nesting if using SCSS or using CSS component syntax.</a:t>
            </a:r>
          </a:p>
          <a:p>
            <a:r>
              <a:rPr lang="en-US" dirty="0"/>
              <a:t>Effective usage of the react hooks for providing state within a component, referencing DOM elements, and providing global context to a service.</a:t>
            </a:r>
          </a:p>
        </p:txBody>
      </p:sp>
    </p:spTree>
    <p:extLst>
      <p:ext uri="{BB962C8B-B14F-4D97-AF65-F5344CB8AC3E}">
        <p14:creationId xmlns:p14="http://schemas.microsoft.com/office/powerpoint/2010/main" val="233758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CST-391 Milestone 5</vt:lpstr>
      <vt:lpstr>Features Built</vt:lpstr>
      <vt:lpstr>Challenges Encountered</vt:lpstr>
      <vt:lpstr>TODO/Pending Bugs  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251</cp:revision>
  <dcterms:created xsi:type="dcterms:W3CDTF">2026-02-23T03:47:29Z</dcterms:created>
  <dcterms:modified xsi:type="dcterms:W3CDTF">2026-03-30T01:23:14Z</dcterms:modified>
</cp:coreProperties>
</file>
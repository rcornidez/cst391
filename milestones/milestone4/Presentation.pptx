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AD8F38-675A-2936-E51F-84363ACE5195}" v="626" dt="2026-03-09T00:00:56.9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CST-391 Milestone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Rodrigo </a:t>
            </a:r>
            <a:r>
              <a:rPr lang="en-US" dirty="0" err="1"/>
              <a:t>Cornidez</a:t>
            </a:r>
            <a:endParaRPr lang="en-US"/>
          </a:p>
          <a:p>
            <a:r>
              <a:rPr lang="en-US"/>
              <a:t>March 8,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6145F-1337-62A7-2ADD-0E6669EFF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Features Built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5766E-BDC6-9BED-8D9A-BB6D92ECF6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Angular Web Application</a:t>
            </a:r>
          </a:p>
          <a:p>
            <a:r>
              <a:rPr lang="en-US"/>
              <a:t>Webpages/Routes: Landing, Login/Sign up, Dashboard (with child/fragment routes (getting started, how-to-guides, features, keys, account, billing)</a:t>
            </a:r>
          </a:p>
          <a:p>
            <a:r>
              <a:rPr lang="en-US" dirty="0"/>
              <a:t>API clients by domain: </a:t>
            </a:r>
            <a:r>
              <a:rPr lang="en-US" dirty="0" err="1"/>
              <a:t>api</a:t>
            </a:r>
            <a:r>
              <a:rPr lang="en-US" dirty="0"/>
              <a:t>-keys, auth, billing-info, user-subscriptions.</a:t>
            </a:r>
          </a:p>
          <a:p>
            <a:r>
              <a:rPr lang="en-US" dirty="0"/>
              <a:t>Components: Confirmation Modal, </a:t>
            </a:r>
            <a:r>
              <a:rPr lang="en-US" dirty="0" err="1"/>
              <a:t>Snackbar</a:t>
            </a:r>
          </a:p>
          <a:p>
            <a:r>
              <a:rPr lang="en-US"/>
              <a:t>Interceptor: auth redirect to login.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902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737A7-45D2-6223-6E49-542126AF0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Challenges Encountered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0AA41-D844-2318-3087-48868289A3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Becoming familiar with </a:t>
            </a:r>
            <a:r>
              <a:rPr lang="en-US" err="1"/>
              <a:t>Angular's</a:t>
            </a:r>
            <a:r>
              <a:rPr lang="en-US" dirty="0"/>
              <a:t>: </a:t>
            </a:r>
            <a:r>
              <a:rPr lang="en-US"/>
              <a:t>template, logic and style syntax.</a:t>
            </a:r>
            <a:endParaRPr lang="en-US" dirty="0"/>
          </a:p>
          <a:p>
            <a:r>
              <a:rPr lang="en-US"/>
              <a:t>Working with the template decorators.</a:t>
            </a:r>
          </a:p>
          <a:p>
            <a:r>
              <a:rPr lang="en-US" dirty="0"/>
              <a:t>Organizing the styles by component instead of globally.</a:t>
            </a:r>
          </a:p>
        </p:txBody>
      </p:sp>
    </p:spTree>
    <p:extLst>
      <p:ext uri="{BB962C8B-B14F-4D97-AF65-F5344CB8AC3E}">
        <p14:creationId xmlns:p14="http://schemas.microsoft.com/office/powerpoint/2010/main" val="4181119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BCD73-8D03-C70A-71C5-31E81C665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TODO/Pending Bugs  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4CB64-65DD-E3AD-E7AB-EC27B7BBD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Refine the how-to-guides and feature-voting fragment sections and necessary logic to be functional and useful. It currently just has placeholders. This will require an added table, API logic, and client service and component logic.</a:t>
            </a:r>
          </a:p>
        </p:txBody>
      </p:sp>
    </p:spTree>
    <p:extLst>
      <p:ext uri="{BB962C8B-B14F-4D97-AF65-F5344CB8AC3E}">
        <p14:creationId xmlns:p14="http://schemas.microsoft.com/office/powerpoint/2010/main" val="392920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884F3-F4B1-6DDB-AEA2-EB0850644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Lessons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C1DE1-F56D-B52C-FC29-BA3E0C331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The proper separation of pages, components, utilities, services, and interceptors provides a streamlined developer expe</a:t>
            </a:r>
            <a:r>
              <a:rPr lang="en-US"/>
              <a:t>rience.</a:t>
            </a:r>
          </a:p>
          <a:p>
            <a:r>
              <a:rPr lang="en-US" dirty="0"/>
              <a:t>Component-based </a:t>
            </a:r>
            <a:r>
              <a:rPr lang="en-US" dirty="0" err="1"/>
              <a:t>css</a:t>
            </a:r>
            <a:r>
              <a:rPr lang="en-US" dirty="0"/>
              <a:t> is easier to navigate instead of a single global </a:t>
            </a:r>
            <a:r>
              <a:rPr lang="en-US" dirty="0" err="1"/>
              <a:t>css</a:t>
            </a:r>
            <a:r>
              <a:rPr lang="en-US" dirty="0"/>
              <a:t> file.</a:t>
            </a:r>
          </a:p>
        </p:txBody>
      </p:sp>
    </p:spTree>
    <p:extLst>
      <p:ext uri="{BB962C8B-B14F-4D97-AF65-F5344CB8AC3E}">
        <p14:creationId xmlns:p14="http://schemas.microsoft.com/office/powerpoint/2010/main" val="2337584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CST-391 Milestone 4</vt:lpstr>
      <vt:lpstr>Features Built</vt:lpstr>
      <vt:lpstr>Challenges Encountered</vt:lpstr>
      <vt:lpstr>TODO/Pending Bugs  </vt:lpstr>
      <vt:lpstr>Lessons Learned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199</cp:revision>
  <dcterms:created xsi:type="dcterms:W3CDTF">2026-02-23T03:47:29Z</dcterms:created>
  <dcterms:modified xsi:type="dcterms:W3CDTF">2026-03-09T00:00:58Z</dcterms:modified>
</cp:coreProperties>
</file>